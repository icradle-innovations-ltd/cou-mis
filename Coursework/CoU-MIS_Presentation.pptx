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6" autoAdjust="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108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1: Title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# Presentation Outline for CoU-MIS Project</a:t>
            </a:r>
          </a:p>
          <a:p>
            <a:r>
              <a:t>Church of Uganda Management Information System</a:t>
            </a:r>
          </a:p>
          <a:p>
            <a:r>
              <a:t>CIS 7205 Advanced Database Systems</a:t>
            </a:r>
          </a:p>
          <a:p>
            <a:r>
              <a:t>Author: [Your Name]</a:t>
            </a:r>
          </a:p>
          <a:p>
            <a:r>
              <a:t>Date: April 12,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2: Background and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Many Church of Uganda units still use paper records and spreadsheets.</a:t>
            </a:r>
          </a:p>
          <a:p>
            <a:r>
              <a:t>This causes data errors, slow reporting, weak financial governance, and poor hierarchical visibility.</a:t>
            </a:r>
          </a:p>
          <a:p>
            <a:r>
              <a:t>The solution needs to support membership, sacraments, financial accountability, and church structure.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3: Scope and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Design a database-driven system for church operations.</a:t>
            </a:r>
          </a:p>
          <a:p>
            <a:r>
              <a:t>Support diocesan, archdeaconry, parish, and sub-parish hierarchy.</a:t>
            </a:r>
          </a:p>
          <a:p>
            <a:r>
              <a:t>Register members and households.</a:t>
            </a:r>
          </a:p>
          <a:p>
            <a:r>
              <a:t>Record sacraments and financial transactions.</a:t>
            </a:r>
          </a:p>
          <a:p>
            <a:r>
              <a:t>Build a prototype UI and demonstrate advanced queries.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4: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Bishop and Diocesan Secretary: governance and accountability.</a:t>
            </a:r>
          </a:p>
          <a:p>
            <a:r>
              <a:t>Archdeacon and Parish Priest: operational oversight.</a:t>
            </a:r>
          </a:p>
          <a:p>
            <a:r>
              <a:t>Treasurer: financial management.</a:t>
            </a:r>
          </a:p>
          <a:p>
            <a:r>
              <a:t>Lay Reader and System Administrator: support and system control.</a:t>
            </a:r>
          </a:p>
          <a:p>
            <a:r>
              <a:t>Church members: accurate sacraments and membership records.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5: 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Manage church hierarchy and organizational units.</a:t>
            </a:r>
          </a:p>
          <a:p>
            <a:r>
              <a:t>Register households and individual members.</a:t>
            </a:r>
          </a:p>
          <a:p>
            <a:r>
              <a:t>Maintain sacramental records for baptism, confirmation, marriage.</a:t>
            </a:r>
          </a:p>
          <a:p>
            <a:r>
              <a:t>Track income and expenses by unit.</a:t>
            </a:r>
          </a:p>
          <a:p>
            <a:r>
              <a:t>Generate reports and dashboards.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6: Non-Functional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Security: role-based access and validation.</a:t>
            </a:r>
          </a:p>
          <a:p>
            <a:r>
              <a:t>Integrity: constraints, foreign keys, and referential integrity.</a:t>
            </a:r>
          </a:p>
          <a:p>
            <a:r>
              <a:t>Performance: responsive queries and simple UI.</a:t>
            </a:r>
          </a:p>
          <a:p>
            <a:r>
              <a:t>Scalability: support many parishes and members.</a:t>
            </a:r>
          </a:p>
          <a:p>
            <a:r>
              <a:t>Reliability: consistent transaction handling.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Real 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Show the actual ER diagram for CoU-MIS.</a:t>
            </a:r>
          </a:p>
          <a:p>
            <a:r>
              <a:t>Include all entities: Diocese, Archdeaconry, Parish, SubParish, Household, Member, Sacrament, Transaction, Role, User.</a:t>
            </a:r>
          </a:p>
          <a:p>
            <a:r>
              <a:t>Include key cardinalities and relationships: Diocese → Archdeaconry → Parish → SubParish → Household → Member.</a:t>
            </a:r>
          </a:p>
          <a:p>
            <a:r>
              <a:t>Show member-to-sacrament and unit-to-transaction associations.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8: Logical Schema and Normalization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Relational tables defined for each entity.</a:t>
            </a:r>
          </a:p>
          <a:p>
            <a:r>
              <a:t>Foreign keys enforce hierarchy and relationships.</a:t>
            </a:r>
          </a:p>
          <a:p>
            <a:r>
              <a:t>Normalized to 3NF to avoid redundancy and update anomalies.</a:t>
            </a:r>
          </a:p>
          <a:p>
            <a:r>
              <a:t>Separate event tables for sacraments and transactions.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9: Database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PostgreSQL schema in `Coursework/sql/schema.sql`.</a:t>
            </a:r>
          </a:p>
          <a:p>
            <a:r>
              <a:t>Includes tables, primary and foreign keys, constraints, and a financial summary view.</a:t>
            </a:r>
          </a:p>
          <a:p>
            <a:r>
              <a:t>Seed data added for dioceses, parishes, households, members, sacraments, users, and transactions.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10: Sample Data and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Member list with parish and household associations.</a:t>
            </a:r>
          </a:p>
          <a:p>
            <a:r>
              <a:t>Count members by parish.</a:t>
            </a:r>
          </a:p>
          <a:p>
            <a:r>
              <a:t>Recent confirmation records.</a:t>
            </a:r>
          </a:p>
          <a:p>
            <a:r>
              <a:t>Financial rollup by archdeaconry and parish.</a:t>
            </a:r>
          </a:p>
          <a:p>
            <a:r>
              <a:t>Parish financial summary view.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11: Prototype Application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Node.js/Express backend with REST API.</a:t>
            </a:r>
          </a:p>
          <a:p>
            <a:r>
              <a:t>Browser UI for CRUD operations.</a:t>
            </a:r>
          </a:p>
          <a:p>
            <a:r>
              <a:t>Manage members, sacraments, and transactions.</a:t>
            </a:r>
          </a:p>
          <a:p>
            <a:r>
              <a:t>Live summaries for membership and net balance.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12: Security and Integrity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Role-based access model in logical design.</a:t>
            </a:r>
          </a:p>
          <a:p>
            <a:r>
              <a:t>Data validation in API requests.</a:t>
            </a:r>
          </a:p>
          <a:p>
            <a:r>
              <a:t>Foreign keys and check constraints in database schema.</a:t>
            </a:r>
          </a:p>
          <a:p>
            <a:r>
              <a:t>Unique constraints for users and roles.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13: Submission and 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`CoU-MIS_Project_Report.docx`</a:t>
            </a:r>
          </a:p>
          <a:p>
            <a:r>
              <a:t>`CoU-MIS_Presentation.pptx`</a:t>
            </a:r>
          </a:p>
          <a:p>
            <a:r>
              <a:t>`Coursework/sql/schema.sql`</a:t>
            </a:r>
          </a:p>
          <a:p>
            <a:r>
              <a:t>`Coursework/sql/sample_queries.sql`</a:t>
            </a:r>
          </a:p>
          <a:p>
            <a:r>
              <a:t>`Coursework/app/` prototype files</a:t>
            </a:r>
          </a:p>
          <a:p>
            <a:r>
              <a:t>`Coursework/Submission_Summary.md`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14: Conclusion and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Improved data accuracy, accountability, and reporting for Church of Uganda.</a:t>
            </a:r>
          </a:p>
          <a:p>
            <a:r>
              <a:t>Future enhancements: authentication, dashboards, mobile app, certificate printing.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CoU-MIS Architecture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19"/>
            <a:ext cx="1899745" cy="1215521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Users and Stakeholders</a:t>
            </a:r>
          </a:p>
          <a:p>
            <a:r>
              <a:t>(Bishop, Priests, Treasurer)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10304" y="1645919"/>
            <a:ext cx="1805152" cy="12155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Database Backend</a:t>
            </a:r>
          </a:p>
          <a:p>
            <a:r>
              <a:t>(PostgreSQL schema)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2296" y="1705038"/>
            <a:ext cx="1947042" cy="1156401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Reports and Dashboard</a:t>
            </a:r>
          </a:p>
          <a:p>
            <a:r>
              <a:rPr dirty="0"/>
              <a:t>(Financial &amp; Sacramental)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640</Words>
  <Application>Microsoft Office PowerPoint</Application>
  <PresentationFormat>On-screen Show (4:3)</PresentationFormat>
  <Paragraphs>81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1: Title Slide</vt:lpstr>
      <vt:lpstr>Slide 2: Background and Problem</vt:lpstr>
      <vt:lpstr>Slide 3: Scope and Objectives</vt:lpstr>
      <vt:lpstr>Slide 4: Stakeholders</vt:lpstr>
      <vt:lpstr>Slide 5: Functional Requirements</vt:lpstr>
      <vt:lpstr>Slide 6: Non-Functional Requirements</vt:lpstr>
      <vt:lpstr>Slide 7: Real ER Diagram</vt:lpstr>
      <vt:lpstr>Slide 8: Logical Schema and Normalization</vt:lpstr>
      <vt:lpstr>Slide 9: Database Implementation</vt:lpstr>
      <vt:lpstr>Slide 10: Sample Data and Queries</vt:lpstr>
      <vt:lpstr>Slide 11: Prototype Application</vt:lpstr>
      <vt:lpstr>Slide 12: Security and Integrity</vt:lpstr>
      <vt:lpstr>Slide 13: Submission and Deliverables</vt:lpstr>
      <vt:lpstr>Slide 14: Conclusion and Future Work</vt:lpstr>
      <vt:lpstr>CoU-MIS Architecture Overview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Amon Muhwezi</cp:lastModifiedBy>
  <cp:revision>2</cp:revision>
  <dcterms:created xsi:type="dcterms:W3CDTF">2013-01-27T09:14:16Z</dcterms:created>
  <dcterms:modified xsi:type="dcterms:W3CDTF">2026-04-10T09:45:36Z</dcterms:modified>
  <cp:category/>
</cp:coreProperties>
</file>