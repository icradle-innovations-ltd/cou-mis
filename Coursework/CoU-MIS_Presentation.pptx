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 Presentation Outline for CoU-MIS Project</a:t>
            </a:r>
          </a:p>
          <a:p>
            <a:pPr/>
            <a:r>
              <a:t>Title: Church of Uganda Management Information System</a:t>
            </a:r>
          </a:p>
          <a:p>
            <a:pPr/>
            <a:r>
              <a:t>Course: CIS 7205 Advanced Database Systems</a:t>
            </a:r>
          </a:p>
          <a:p>
            <a:pPr/>
            <a:r>
              <a:t>Student Name: [Your Name]</a:t>
            </a:r>
          </a:p>
          <a:p>
            <a:pPr/>
            <a:r>
              <a:t>Date: April 12,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Background and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and fragmented church record-keeping</a:t>
            </a:r>
          </a:p>
          <a:p>
            <a:pPr/>
            <a:r>
              <a:t>Challenges: errors, delays, weak governance</a:t>
            </a:r>
          </a:p>
          <a:p>
            <a:pPr/>
            <a:r>
              <a:t>Need for a modern database 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 real-world requirements</a:t>
            </a:r>
          </a:p>
          <a:p>
            <a:pPr/>
            <a:r>
              <a:t>Build an ER-based relational model</a:t>
            </a:r>
          </a:p>
          <a:p>
            <a:pPr/>
            <a:r>
              <a:t>Normalize to 3NF</a:t>
            </a:r>
          </a:p>
          <a:p>
            <a:pPr/>
            <a:r>
              <a:t>Implement in PostgreSQL</a:t>
            </a:r>
          </a:p>
          <a:p>
            <a:pPr/>
            <a:r>
              <a:t>Create a functional prototype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Stakeholders and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Bishop, Diocesan Secretary, Archdeacon</a:t>
            </a:r>
          </a:p>
          <a:p>
            <a:pPr/>
            <a:r>
              <a:t>Parish Priest, Treasurer, Lay Reader</a:t>
            </a:r>
          </a:p>
          <a:p>
            <a:pPr/>
            <a:r>
              <a:t>System Administrator, Church members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5: 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Functional: hierarchy, membership, sacraments, finance, reporting</a:t>
            </a:r>
          </a:p>
          <a:p>
            <a:pPr/>
            <a:r>
              <a:t>Non-functional: security, scalability, performance, reliability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6: Conceptual Design Visual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 diagram summary</a:t>
            </a:r>
          </a:p>
          <a:p>
            <a:pPr/>
            <a:r>
              <a:t>Entities: Diocese, Archdeaconry, Parish, SubParish, Household, Member, Sacrament, Transaction, Role, User</a:t>
            </a:r>
          </a:p>
          <a:p>
            <a:pPr/>
            <a:r>
              <a:t>Relationships and hierarchy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7: Logical Design and 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Relational schema conversion</a:t>
            </a:r>
          </a:p>
          <a:p>
            <a:pPr/>
            <a:r>
              <a:t>3NF justification</a:t>
            </a:r>
          </a:p>
          <a:p>
            <a:pPr/>
            <a:r>
              <a:t>Key tables and foreign key structure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8: Database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PostgreSQL schema highlights</a:t>
            </a:r>
          </a:p>
          <a:p>
            <a:pPr/>
            <a:r>
              <a:t>Table definitions and constraints</a:t>
            </a:r>
          </a:p>
          <a:p>
            <a:pPr/>
            <a:r>
              <a:t>View for parish financial summary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9: Advanced Queries and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Member counts by parish</a:t>
            </a:r>
          </a:p>
          <a:p>
            <a:pPr/>
            <a:r>
              <a:t>Recent sacramental records</a:t>
            </a:r>
          </a:p>
          <a:p>
            <a:pPr/>
            <a:r>
              <a:t>Financial rollups and dashboards</a:t>
            </a:r>
          </a:p>
          <a:p>
            <a:pPr/>
            <a:r>
              <a:t>Example query types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10: Prototype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interface for members, sacraments, and transactions</a:t>
            </a:r>
          </a:p>
          <a:p>
            <a:pPr/>
            <a:r>
              <a:t>CRUD operations and summary views</a:t>
            </a:r>
          </a:p>
          <a:p>
            <a:pPr/>
            <a:r>
              <a:t>Demonstration of end-to-end flow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11: Sacramental and Financial Records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Sacrament capture for members</a:t>
            </a:r>
          </a:p>
          <a:p>
            <a:pPr/>
            <a:r>
              <a:t>Transaction capture for units</a:t>
            </a:r>
          </a:p>
          <a:p>
            <a:pPr/>
            <a:r>
              <a:t>Reporting support for church accountability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12: Security and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Role-based access concepts</a:t>
            </a:r>
          </a:p>
          <a:p>
            <a:pPr/>
            <a:r>
              <a:t>Referential integrity and validation</a:t>
            </a:r>
          </a:p>
          <a:p>
            <a:pPr/>
            <a:r>
              <a:t>Data constraints and protection measures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13: Visual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architecture overview</a:t>
            </a:r>
          </a:p>
          <a:p>
            <a:pPr/>
            <a:r>
              <a:t>Data flow from user input to reports</a:t>
            </a:r>
          </a:p>
          <a:p>
            <a:pPr/>
            <a:r>
              <a:t>Benefits for church governance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14: Conclusion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 of project achievements</a:t>
            </a:r>
          </a:p>
          <a:p>
            <a:pPr/>
            <a:r>
              <a:t>Future enhancements: authentication, dashboards, mobile app, certificates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CoU-MIS Architecture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27432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Users and Stakeholders</a:t>
            </a:r>
          </a:p>
          <a:p>
            <a:r>
              <a:t>(Bishop, Priests, Treasurer)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645920"/>
            <a:ext cx="27432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Database Backend</a:t>
            </a:r>
          </a:p>
          <a:p>
            <a:r>
              <a:t>(PostgreSQL schema)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645920"/>
            <a:ext cx="27432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Reports and Dashboard</a:t>
            </a:r>
          </a:p>
          <a:p>
            <a:r>
              <a:t>(Financial &amp; Sacramental)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